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68" r:id="rId6"/>
    <p:sldId id="259" r:id="rId7"/>
    <p:sldId id="260" r:id="rId8"/>
    <p:sldId id="261" r:id="rId9"/>
    <p:sldId id="264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79FCA-2CB1-935F-763E-F685408EF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DF46D5-CF55-3F85-289F-96A32106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ED8B6-EB42-14F9-7F66-6BC2C54E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D3C54-7FE2-E7CE-F241-E4C20653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DF4E4-9D69-F1A4-EDEE-71DA4913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74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13217-287A-2B92-A4AF-F525E0EC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B6734-3279-6689-E441-76215C85F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77FE5E-3F81-35E7-0EC5-91432ADB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B7C4D5-4952-6A70-8F8E-2257EE9A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44279-F403-1195-10F9-46335D1F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3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2376E-298F-C932-5909-B2D91379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C91C27-8B56-80E9-0E4C-1E8359D0B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7CCA0-603E-E578-E9C7-83136D4A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7D2C4F-353D-4DE3-8EDD-CE30C736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02982-4B5C-2352-9001-4EF6B4F1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92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B9E7E-148E-334E-ADF7-95601D45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F2704-E585-D43D-C325-4B467C968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990289-F3BE-9A05-1C0D-E120E7C6C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7E4B63-C389-14E0-1505-3756454D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1BE09B-4C19-5843-A1A7-3105D30D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BF34C3-2416-CB0F-6D3F-3B09835D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88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64137-A3BB-482A-8C49-10DC8329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28390-A8B7-635A-53E3-768FA719E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681161-D34C-3237-D24A-B5BFF6718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C34A42-0675-9811-F6A7-46A6F5791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0BE08B-892D-E570-7DD8-F01688D9F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50B5D5-1E69-C2C8-3089-263A5A62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47BD31-B658-BE13-BD9C-80D84C93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D1ED20-2A58-A080-2879-FA02F75C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3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05D87-A59B-C3D5-B863-857393D0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8EB650-F5C2-F154-22C9-D007A659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6F9623-D461-149C-AA3D-B941D910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86E6A6-1277-1E65-F1E7-E1E25F31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93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E073A3-8F53-278B-2BDE-944681F5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1124C9-CAA0-83DD-EC5F-B847E47D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C192B-7D67-3AC3-D584-807F337D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8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B0947-2766-293F-DB1A-89209A8F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B168E7-EE44-E6BC-4EAA-2A42D6B4F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330627-0C2E-E54F-3C04-CF7D5E34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724A0-CA0B-0C54-5EA3-C74389EC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48913D-F8C5-32E8-7BE5-2C129DE8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32E91C-FE2C-54E8-4DCB-33A0FBB3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7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D5314-3F80-32FB-DB4A-8BDDDF69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39CE96-9771-CC04-6AAE-942275F5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EB95EE-9F7E-9E04-9125-48E888D99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08CE04-D89D-A156-FBEA-51E107BF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25CD87-B1A0-F11A-1354-7C5917C5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42CC1-6300-E2C8-7A2B-1A533D33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72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94CC0-B80E-7C6A-5981-CDED79E3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8645F0-268B-F775-F142-BC93006F8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B9E22A-E510-56F9-A95E-0DAB4BDC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76465-3123-D79E-764B-61299B41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1230F5-C1E9-2649-12B8-127C018C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13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7B4671-9127-9111-F26D-4C6CF9366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6FA02A-67ED-638E-2FBB-24FE16892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C9019-24CB-DA5F-8C69-54D4C142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D70CF-DF52-28AA-4E8F-E92C122D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E6D03-F384-02D6-F439-C93B40BC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D2FBC8-4563-533A-D416-BB8F14EF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9F367-BB30-FED5-BEFC-12E57C496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D28585-93F8-F5D4-4679-D296529B2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26FB9-6391-483D-B60A-3955708E4752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5C266B-B19C-518D-305E-15749A078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C332C-DDA8-10D3-50BD-917288DC6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016CB-256F-4477-9AC7-BEF3465BF7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39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4A4ED-AD39-04DE-CACE-2CCA1DC0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JUMPHOST </a:t>
            </a:r>
            <a:r>
              <a:rPr lang="ko-KR" altLang="en-US" dirty="0"/>
              <a:t>이동 기능</a:t>
            </a:r>
            <a:r>
              <a:rPr lang="en-US" altLang="ko-KR" dirty="0"/>
              <a:t>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22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E423B-4F17-F680-8CED-811C1084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3F2976-4C85-2910-538B-FC0A5E62A2E9}"/>
              </a:ext>
            </a:extLst>
          </p:cNvPr>
          <p:cNvSpPr txBox="1"/>
          <p:nvPr/>
        </p:nvSpPr>
        <p:spPr>
          <a:xfrm>
            <a:off x="404946" y="326572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테스트 자원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FC3DFE-08F3-92CF-CE8B-8571E3CDD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00" y="695905"/>
            <a:ext cx="6957443" cy="18693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274BC09-F286-DCD5-9E99-04EF6A0E7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00" y="2657399"/>
            <a:ext cx="6960274" cy="14819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7EE877D-ABA0-BE0C-A3B6-0A0D0979E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00" y="4280186"/>
            <a:ext cx="6957443" cy="1342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152ECE-474A-9E1B-D80A-A0C302999DCF}"/>
              </a:ext>
            </a:extLst>
          </p:cNvPr>
          <p:cNvSpPr txBox="1"/>
          <p:nvPr/>
        </p:nvSpPr>
        <p:spPr>
          <a:xfrm>
            <a:off x="473770" y="5783266"/>
            <a:ext cx="6983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VPC: VPC-A(</a:t>
            </a:r>
            <a:r>
              <a:rPr lang="en-US" altLang="ko-KR" dirty="0" err="1"/>
              <a:t>jh</a:t>
            </a:r>
            <a:r>
              <a:rPr lang="en-US" altLang="ko-KR" dirty="0"/>
              <a:t>), VPC-C(</a:t>
            </a:r>
            <a:r>
              <a:rPr lang="en-US" altLang="ko-KR" dirty="0" err="1"/>
              <a:t>jh</a:t>
            </a:r>
            <a:r>
              <a:rPr lang="en-US" altLang="ko-KR" dirty="0"/>
              <a:t>) VPC-B(Target VPC)</a:t>
            </a:r>
          </a:p>
          <a:p>
            <a:r>
              <a:rPr lang="en-US" altLang="ko-KR" dirty="0"/>
              <a:t>EC2: EC2-A(VPC-A </a:t>
            </a:r>
            <a:r>
              <a:rPr lang="en-US" altLang="ko-KR" dirty="0" err="1"/>
              <a:t>jh</a:t>
            </a:r>
            <a:r>
              <a:rPr lang="en-US" altLang="ko-KR" dirty="0"/>
              <a:t>), EC2-C(VPC-C </a:t>
            </a:r>
            <a:r>
              <a:rPr lang="en-US" altLang="ko-KR" dirty="0" err="1"/>
              <a:t>jh</a:t>
            </a:r>
            <a:r>
              <a:rPr lang="en-US" altLang="ko-KR" dirty="0"/>
              <a:t>), EC2-B(VPC-B Target Ec2)</a:t>
            </a:r>
            <a:br>
              <a:rPr lang="en-US" altLang="ko-KR" dirty="0"/>
            </a:br>
            <a:r>
              <a:rPr lang="en-US" altLang="ko-KR" dirty="0"/>
              <a:t>RDS: database-1(VPC-B Aurora MariaDB)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187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D5E5-BBED-0847-A04A-455B3D30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EB86C1-FE49-3F43-CF9C-E07D9E8F0A47}"/>
              </a:ext>
            </a:extLst>
          </p:cNvPr>
          <p:cNvSpPr txBox="1"/>
          <p:nvPr/>
        </p:nvSpPr>
        <p:spPr>
          <a:xfrm>
            <a:off x="404946" y="326572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기존 </a:t>
            </a:r>
            <a:r>
              <a:rPr lang="en-US" altLang="ko-KR" dirty="0"/>
              <a:t>VPC PEERING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E09631-DF9B-3B16-87EF-A2F7CC60C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6" y="695904"/>
            <a:ext cx="8876706" cy="12916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C2ECF3-F9A9-C5E6-2EE7-D02764728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6" y="2035275"/>
            <a:ext cx="3207933" cy="205680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67E2C54-1CD5-E5EB-A1FA-C0025F31EE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717" y="2035275"/>
            <a:ext cx="3347965" cy="20568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2090FB1-DC57-99D0-635D-E08E5BB3D2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562" y="2019150"/>
            <a:ext cx="3347966" cy="207453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A9C27C1-DB94-DCF1-D54D-1951E246F6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60" y="4137365"/>
            <a:ext cx="10200257" cy="14080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23E03F-E07E-ED62-1556-17C463EBD1F9}"/>
              </a:ext>
            </a:extLst>
          </p:cNvPr>
          <p:cNvSpPr txBox="1"/>
          <p:nvPr/>
        </p:nvSpPr>
        <p:spPr>
          <a:xfrm>
            <a:off x="4264110" y="234239"/>
            <a:ext cx="6983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VPC: VPC-A(</a:t>
            </a:r>
            <a:r>
              <a:rPr lang="en-US" altLang="ko-KR" dirty="0" err="1"/>
              <a:t>jh</a:t>
            </a:r>
            <a:r>
              <a:rPr lang="en-US" altLang="ko-KR" dirty="0"/>
              <a:t>), VPC-C(</a:t>
            </a:r>
            <a:r>
              <a:rPr lang="en-US" altLang="ko-KR" dirty="0" err="1"/>
              <a:t>jh</a:t>
            </a:r>
            <a:r>
              <a:rPr lang="en-US" altLang="ko-KR" dirty="0"/>
              <a:t>) VPC-B(Target VPC)</a:t>
            </a:r>
          </a:p>
          <a:p>
            <a:r>
              <a:rPr lang="en-US" altLang="ko-KR" dirty="0"/>
              <a:t>EC2: EC2-A(VPC-A </a:t>
            </a:r>
            <a:r>
              <a:rPr lang="en-US" altLang="ko-KR" dirty="0" err="1"/>
              <a:t>jh</a:t>
            </a:r>
            <a:r>
              <a:rPr lang="en-US" altLang="ko-KR" dirty="0"/>
              <a:t>), EC2-C(VPC-C </a:t>
            </a:r>
            <a:r>
              <a:rPr lang="en-US" altLang="ko-KR" dirty="0" err="1"/>
              <a:t>jh</a:t>
            </a:r>
            <a:r>
              <a:rPr lang="en-US" altLang="ko-KR" dirty="0"/>
              <a:t>), EC2-B(VPC-B Target Ec2)</a:t>
            </a:r>
            <a:br>
              <a:rPr lang="en-US" altLang="ko-KR" dirty="0"/>
            </a:br>
            <a:r>
              <a:rPr lang="en-US" altLang="ko-KR" dirty="0"/>
              <a:t>RDS: database-1(VPC-B Aurora MariaDB)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755B14B-20A8-9EF3-BE33-B572C001CB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94" y="5533877"/>
            <a:ext cx="8947355" cy="12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1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625D-E032-1438-C896-DAACCFC3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74D369-8008-D34D-A158-D91185D4F734}"/>
              </a:ext>
            </a:extLst>
          </p:cNvPr>
          <p:cNvSpPr txBox="1"/>
          <p:nvPr/>
        </p:nvSpPr>
        <p:spPr>
          <a:xfrm>
            <a:off x="404946" y="326572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기존 </a:t>
            </a:r>
            <a:r>
              <a:rPr lang="ko-KR" altLang="en-US" dirty="0" err="1"/>
              <a:t>피어링</a:t>
            </a:r>
            <a:r>
              <a:rPr lang="ko-KR" altLang="en-US" dirty="0"/>
              <a:t>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2AAB3-740C-AC4F-16F9-78A78761962C}"/>
              </a:ext>
            </a:extLst>
          </p:cNvPr>
          <p:cNvSpPr txBox="1"/>
          <p:nvPr/>
        </p:nvSpPr>
        <p:spPr>
          <a:xfrm>
            <a:off x="404946" y="4957355"/>
            <a:ext cx="80938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이동할 </a:t>
            </a:r>
            <a:r>
              <a:rPr lang="en-US" altLang="ko-KR" dirty="0" err="1"/>
              <a:t>jumphost</a:t>
            </a:r>
            <a:r>
              <a:rPr lang="en-US" altLang="ko-KR" dirty="0"/>
              <a:t> peering </a:t>
            </a:r>
            <a:r>
              <a:rPr lang="ko-KR" altLang="en-US" dirty="0"/>
              <a:t>을 선택함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기존 </a:t>
            </a:r>
            <a:r>
              <a:rPr lang="en-US" altLang="ko-KR" dirty="0"/>
              <a:t>VPC-C </a:t>
            </a:r>
            <a:r>
              <a:rPr lang="en-US" altLang="ko-KR" dirty="0" err="1"/>
              <a:t>jh</a:t>
            </a:r>
            <a:r>
              <a:rPr lang="en-US" altLang="ko-KR" dirty="0"/>
              <a:t> </a:t>
            </a:r>
            <a:r>
              <a:rPr lang="ko-KR" altLang="en-US" dirty="0"/>
              <a:t>와</a:t>
            </a:r>
            <a:r>
              <a:rPr lang="en-US" altLang="ko-KR" dirty="0"/>
              <a:t> VPC-B</a:t>
            </a:r>
            <a:r>
              <a:rPr lang="ko-KR" altLang="en-US" dirty="0"/>
              <a:t>자원 </a:t>
            </a:r>
            <a:r>
              <a:rPr lang="en-US" altLang="ko-KR" dirty="0"/>
              <a:t>PEERING</a:t>
            </a:r>
            <a:r>
              <a:rPr lang="ko-KR" altLang="en-US" dirty="0"/>
              <a:t>연결되어 사용되고 </a:t>
            </a:r>
            <a:r>
              <a:rPr lang="ko-KR" altLang="en-US" dirty="0" err="1"/>
              <a:t>있는거</a:t>
            </a:r>
            <a:r>
              <a:rPr lang="ko-KR" altLang="en-US" dirty="0"/>
              <a:t> 확인 가능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연결된 자원 </a:t>
            </a:r>
            <a:r>
              <a:rPr lang="ko-KR" altLang="en-US" dirty="0" err="1"/>
              <a:t>클릭시</a:t>
            </a:r>
            <a:r>
              <a:rPr lang="ko-KR" altLang="en-US" dirty="0"/>
              <a:t> 해당 </a:t>
            </a:r>
            <a:r>
              <a:rPr lang="en-US" altLang="ko-KR" dirty="0"/>
              <a:t>VPC</a:t>
            </a:r>
            <a:r>
              <a:rPr lang="ko-KR" altLang="en-US" dirty="0"/>
              <a:t>에 연결된 리소스 자원 항목</a:t>
            </a:r>
            <a:r>
              <a:rPr lang="en-US" altLang="ko-KR" dirty="0"/>
              <a:t> </a:t>
            </a:r>
            <a:r>
              <a:rPr lang="ko-KR" altLang="en-US" dirty="0"/>
              <a:t>조회가능</a:t>
            </a:r>
            <a:endParaRPr lang="en-US" altLang="ko-KR" dirty="0"/>
          </a:p>
          <a:p>
            <a:r>
              <a:rPr lang="ko-KR" altLang="en-US" dirty="0"/>
              <a:t>다음 단계 </a:t>
            </a:r>
            <a:r>
              <a:rPr lang="ko-KR" altLang="en-US" dirty="0" err="1"/>
              <a:t>버튼클릭시</a:t>
            </a:r>
            <a:r>
              <a:rPr lang="ko-KR" altLang="en-US" dirty="0"/>
              <a:t> 다음 타겟 </a:t>
            </a:r>
            <a:r>
              <a:rPr lang="en-US" altLang="ko-KR" dirty="0"/>
              <a:t>VPC</a:t>
            </a:r>
            <a:r>
              <a:rPr lang="ko-KR" altLang="en-US" dirty="0"/>
              <a:t>선택 화면으로 </a:t>
            </a:r>
            <a:r>
              <a:rPr lang="ko-KR" altLang="en-US" dirty="0" err="1"/>
              <a:t>넘어감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41F39D-B2A2-45FC-E226-AB164BA6C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95" y="860809"/>
            <a:ext cx="10913806" cy="39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3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6F76-7D12-7F06-210C-0865D446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831D85-0448-6497-B539-9522E64D0E7B}"/>
              </a:ext>
            </a:extLst>
          </p:cNvPr>
          <p:cNvSpPr txBox="1"/>
          <p:nvPr/>
        </p:nvSpPr>
        <p:spPr>
          <a:xfrm>
            <a:off x="404946" y="326572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기존 </a:t>
            </a:r>
            <a:r>
              <a:rPr lang="ko-KR" altLang="en-US" dirty="0" err="1"/>
              <a:t>피어링</a:t>
            </a:r>
            <a:r>
              <a:rPr lang="ko-KR" altLang="en-US" dirty="0"/>
              <a:t>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E103-312D-681E-8641-BD3CD5EA8479}"/>
              </a:ext>
            </a:extLst>
          </p:cNvPr>
          <p:cNvSpPr txBox="1"/>
          <p:nvPr/>
        </p:nvSpPr>
        <p:spPr>
          <a:xfrm>
            <a:off x="532765" y="5424279"/>
            <a:ext cx="9884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연결된 자원 </a:t>
            </a:r>
            <a:r>
              <a:rPr lang="ko-KR" altLang="en-US" dirty="0" err="1"/>
              <a:t>클릭시</a:t>
            </a:r>
            <a:r>
              <a:rPr lang="ko-KR" altLang="en-US" dirty="0"/>
              <a:t> 해당 리소스 </a:t>
            </a:r>
            <a:r>
              <a:rPr lang="en-US" altLang="ko-KR" dirty="0"/>
              <a:t>VPC</a:t>
            </a:r>
            <a:r>
              <a:rPr lang="ko-KR" altLang="en-US" dirty="0"/>
              <a:t>에 연결된 자원</a:t>
            </a:r>
            <a:r>
              <a:rPr lang="en-US" altLang="ko-KR" dirty="0"/>
              <a:t>(ec2/</a:t>
            </a:r>
            <a:r>
              <a:rPr lang="en-US" altLang="ko-KR" dirty="0" err="1"/>
              <a:t>rds</a:t>
            </a:r>
            <a:r>
              <a:rPr lang="en-US" altLang="ko-KR" dirty="0"/>
              <a:t>)</a:t>
            </a:r>
            <a:r>
              <a:rPr lang="ko-KR" altLang="en-US" dirty="0"/>
              <a:t> 항목 및 보안그룹 정보</a:t>
            </a:r>
            <a:r>
              <a:rPr lang="en-US" altLang="ko-KR" dirty="0"/>
              <a:t> </a:t>
            </a:r>
            <a:r>
              <a:rPr lang="ko-KR" altLang="en-US" dirty="0"/>
              <a:t>조회가능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F3F18E-7DCC-8BD4-0A7E-6309CB196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03" y="833556"/>
            <a:ext cx="9596284" cy="13257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517678-0305-2E43-742A-3F734C1EE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03" y="2189936"/>
            <a:ext cx="9596284" cy="13487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7AFCEF-341F-1419-410B-94D87489A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03" y="3566652"/>
            <a:ext cx="3101828" cy="9622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15C6E3A-73D0-81D8-07CB-038B0E433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343" y="3566652"/>
            <a:ext cx="4121244" cy="13257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B4407EF-8B9B-0FD5-DC41-C3AD842CC6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758" y="3566652"/>
            <a:ext cx="4219585" cy="137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8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C637-18FE-D8CD-AA95-06FF40EE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1A106B-4C0B-C1E4-0FCA-1736AF2FE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43" y="784494"/>
            <a:ext cx="11071123" cy="46878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44E429-1E36-E65B-8A58-DADD59FD08D3}"/>
              </a:ext>
            </a:extLst>
          </p:cNvPr>
          <p:cNvSpPr txBox="1"/>
          <p:nvPr/>
        </p:nvSpPr>
        <p:spPr>
          <a:xfrm>
            <a:off x="404946" y="326572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타깃 </a:t>
            </a:r>
            <a:r>
              <a:rPr lang="en-US" altLang="ko-KR" dirty="0" err="1"/>
              <a:t>jumphost</a:t>
            </a:r>
            <a:r>
              <a:rPr lang="en-US" altLang="ko-KR" dirty="0"/>
              <a:t> VPC </a:t>
            </a:r>
            <a:r>
              <a:rPr lang="ko-KR" altLang="en-US" dirty="0"/>
              <a:t>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1D101-7F7A-9F12-BF6B-10DEDD1E2E2D}"/>
              </a:ext>
            </a:extLst>
          </p:cNvPr>
          <p:cNvSpPr txBox="1"/>
          <p:nvPr/>
        </p:nvSpPr>
        <p:spPr>
          <a:xfrm>
            <a:off x="404946" y="5560918"/>
            <a:ext cx="5420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이동대상 </a:t>
            </a:r>
            <a:r>
              <a:rPr lang="en-US" altLang="ko-KR" sz="1200" dirty="0" err="1"/>
              <a:t>jumphost</a:t>
            </a:r>
            <a:r>
              <a:rPr lang="en-US" altLang="ko-KR" sz="1200" dirty="0"/>
              <a:t> VPC </a:t>
            </a:r>
            <a:r>
              <a:rPr lang="ko-KR" altLang="en-US" sz="1200" dirty="0"/>
              <a:t>입력 </a:t>
            </a:r>
            <a:r>
              <a:rPr lang="en-US" altLang="ko-KR" sz="1200" dirty="0"/>
              <a:t>vpc-08e32962e391d05f8(VPC-A)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조회클릭</a:t>
            </a:r>
            <a:r>
              <a:rPr lang="en-US" altLang="ko-KR" sz="1200" dirty="0"/>
              <a:t>(</a:t>
            </a:r>
            <a:r>
              <a:rPr lang="ko-KR" altLang="en-US" sz="1200" dirty="0"/>
              <a:t>관련된 </a:t>
            </a:r>
            <a:r>
              <a:rPr lang="en-US" altLang="ko-KR" sz="1200" dirty="0"/>
              <a:t>VPC</a:t>
            </a:r>
            <a:r>
              <a:rPr lang="ko-KR" altLang="en-US" sz="1200" dirty="0"/>
              <a:t>와 </a:t>
            </a:r>
            <a:r>
              <a:rPr lang="ko-KR" altLang="en-US" sz="1200" dirty="0" err="1"/>
              <a:t>매핑된</a:t>
            </a:r>
            <a:r>
              <a:rPr lang="ko-KR" altLang="en-US" sz="1200" dirty="0"/>
              <a:t> </a:t>
            </a:r>
            <a:r>
              <a:rPr lang="en-US" altLang="ko-KR" sz="1200" dirty="0"/>
              <a:t>CIDR </a:t>
            </a:r>
            <a:r>
              <a:rPr lang="ko-KR" altLang="en-US" sz="1200" dirty="0"/>
              <a:t>및 </a:t>
            </a:r>
            <a:r>
              <a:rPr lang="ko-KR" altLang="en-US" sz="1200" dirty="0" err="1"/>
              <a:t>라우팅테이블</a:t>
            </a:r>
            <a:r>
              <a:rPr lang="ko-KR" altLang="en-US" sz="1200" dirty="0"/>
              <a:t> 정보 </a:t>
            </a:r>
            <a:r>
              <a:rPr lang="en-US" altLang="ko-KR" sz="1200" dirty="0" err="1"/>
              <a:t>api</a:t>
            </a:r>
            <a:r>
              <a:rPr lang="ko-KR" altLang="en-US" sz="1200" dirty="0"/>
              <a:t>로 가져옴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미리보기 확인</a:t>
            </a:r>
          </a:p>
        </p:txBody>
      </p:sp>
    </p:spTree>
    <p:extLst>
      <p:ext uri="{BB962C8B-B14F-4D97-AF65-F5344CB8AC3E}">
        <p14:creationId xmlns:p14="http://schemas.microsoft.com/office/powerpoint/2010/main" val="214517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94386-5B62-4DBB-5A10-6B298A61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9DDB08-21E1-49F8-FEBF-3C2A9AE9DE4B}"/>
              </a:ext>
            </a:extLst>
          </p:cNvPr>
          <p:cNvSpPr txBox="1"/>
          <p:nvPr/>
        </p:nvSpPr>
        <p:spPr>
          <a:xfrm>
            <a:off x="404946" y="326572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타깃 </a:t>
            </a:r>
            <a:r>
              <a:rPr lang="en-US" altLang="ko-KR" dirty="0" err="1"/>
              <a:t>jumphost</a:t>
            </a:r>
            <a:r>
              <a:rPr lang="en-US" altLang="ko-KR" dirty="0"/>
              <a:t> VPC </a:t>
            </a:r>
            <a:r>
              <a:rPr lang="ko-KR" altLang="en-US" dirty="0"/>
              <a:t>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F7E1B-DDC3-F4DA-7635-54987A92DADB}"/>
              </a:ext>
            </a:extLst>
          </p:cNvPr>
          <p:cNvSpPr txBox="1"/>
          <p:nvPr/>
        </p:nvSpPr>
        <p:spPr>
          <a:xfrm>
            <a:off x="404946" y="5560918"/>
            <a:ext cx="6074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조회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기존 </a:t>
            </a:r>
            <a:r>
              <a:rPr lang="en-US" altLang="ko-KR" sz="1200" dirty="0"/>
              <a:t>VPC</a:t>
            </a:r>
            <a:r>
              <a:rPr lang="ko-KR" altLang="en-US" sz="1200" dirty="0"/>
              <a:t>아이디 와 중복되거나 </a:t>
            </a:r>
            <a:r>
              <a:rPr lang="en-US" altLang="ko-KR" sz="1200" dirty="0"/>
              <a:t>CIDR</a:t>
            </a:r>
            <a:r>
              <a:rPr lang="ko-KR" altLang="en-US" sz="1200" dirty="0"/>
              <a:t>이</a:t>
            </a:r>
            <a:r>
              <a:rPr lang="en-US" altLang="ko-KR" sz="1200" dirty="0"/>
              <a:t> </a:t>
            </a:r>
            <a:r>
              <a:rPr lang="ko-KR" altLang="en-US" sz="1200" dirty="0" err="1"/>
              <a:t>겹칠시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다음진행불가하도록</a:t>
            </a:r>
            <a:r>
              <a:rPr lang="ko-KR" altLang="en-US" sz="1200" dirty="0"/>
              <a:t> 안내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6653A0-1F81-B0B1-56A8-9522427DB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3" y="871924"/>
            <a:ext cx="9059091" cy="45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3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BDEC-AB33-2EF2-372B-BA1D7D7B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D5F281-3CA8-ED43-62B4-FED1C04A8D6C}"/>
              </a:ext>
            </a:extLst>
          </p:cNvPr>
          <p:cNvSpPr txBox="1"/>
          <p:nvPr/>
        </p:nvSpPr>
        <p:spPr>
          <a:xfrm>
            <a:off x="404946" y="326572"/>
            <a:ext cx="3748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en-US" altLang="ko-KR" dirty="0" err="1"/>
              <a:t>jumphost</a:t>
            </a:r>
            <a:r>
              <a:rPr lang="en-US" altLang="ko-KR" dirty="0"/>
              <a:t> </a:t>
            </a:r>
            <a:r>
              <a:rPr lang="ko-KR" altLang="en-US" dirty="0"/>
              <a:t>이동할 내역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02F5D-0CDA-6460-7C7D-22879C10760A}"/>
              </a:ext>
            </a:extLst>
          </p:cNvPr>
          <p:cNvSpPr txBox="1"/>
          <p:nvPr/>
        </p:nvSpPr>
        <p:spPr>
          <a:xfrm>
            <a:off x="404946" y="5748713"/>
            <a:ext cx="8551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이동후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피어링항목</a:t>
            </a:r>
            <a:r>
              <a:rPr lang="ko-KR" altLang="en-US" sz="1200" dirty="0"/>
              <a:t> 및 기존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내용 미리보기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기존 </a:t>
            </a:r>
            <a:r>
              <a:rPr lang="en-US" altLang="ko-KR" sz="1200" dirty="0"/>
              <a:t>VPC-C </a:t>
            </a:r>
            <a:r>
              <a:rPr lang="en-US" altLang="ko-KR" sz="1200" dirty="0" err="1"/>
              <a:t>jh</a:t>
            </a:r>
            <a:r>
              <a:rPr lang="en-US" altLang="ko-KR" sz="1200" dirty="0"/>
              <a:t>&lt;-&gt; VPC-B target 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되어있던데로부터</a:t>
            </a:r>
            <a:r>
              <a:rPr lang="ko-KR" altLang="en-US" sz="1200" dirty="0"/>
              <a:t> </a:t>
            </a:r>
            <a:r>
              <a:rPr lang="en-US" altLang="ko-KR" sz="1200" dirty="0"/>
              <a:t>VPC-A </a:t>
            </a:r>
            <a:r>
              <a:rPr lang="en-US" altLang="ko-KR" sz="1200" dirty="0" err="1"/>
              <a:t>jh</a:t>
            </a:r>
            <a:r>
              <a:rPr lang="en-US" altLang="ko-KR" sz="1200" dirty="0"/>
              <a:t> &lt;-&gt; VPC-B target 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피어링될예정을</a:t>
            </a:r>
            <a:r>
              <a:rPr lang="ko-KR" altLang="en-US" sz="1200" dirty="0"/>
              <a:t> 확인가능</a:t>
            </a:r>
            <a:r>
              <a:rPr lang="en-US" altLang="ko-KR" sz="1200" dirty="0"/>
              <a:t>) </a:t>
            </a:r>
          </a:p>
          <a:p>
            <a:r>
              <a:rPr lang="ko-KR" altLang="en-US" sz="1200" dirty="0"/>
              <a:t>실행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이동할 </a:t>
            </a:r>
            <a:r>
              <a:rPr lang="en-US" altLang="ko-KR" sz="1200" dirty="0" err="1"/>
              <a:t>jumphost</a:t>
            </a:r>
            <a:r>
              <a:rPr lang="en-US" altLang="ko-KR" sz="1200" dirty="0"/>
              <a:t> VPC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및 </a:t>
            </a:r>
            <a:r>
              <a:rPr lang="ko-KR" altLang="en-US" sz="1200" dirty="0" err="1"/>
              <a:t>라우팅테이블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보안규칙 작업 추가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7DB5AF-8CA0-603D-4E8E-174A11ABE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1" y="778732"/>
            <a:ext cx="11031583" cy="48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7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6E78D-AEAE-DAC3-F34A-8102088A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04A6C-5F82-A486-52D6-6A653175A5C8}"/>
              </a:ext>
            </a:extLst>
          </p:cNvPr>
          <p:cNvSpPr txBox="1"/>
          <p:nvPr/>
        </p:nvSpPr>
        <p:spPr>
          <a:xfrm>
            <a:off x="404946" y="326572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신규 </a:t>
            </a:r>
            <a:r>
              <a:rPr lang="en-US" altLang="ko-KR" dirty="0" err="1"/>
              <a:t>Jumphost</a:t>
            </a:r>
            <a:r>
              <a:rPr lang="ko-KR" altLang="en-US" dirty="0"/>
              <a:t>로 </a:t>
            </a:r>
            <a:r>
              <a:rPr lang="en-US" altLang="ko-KR" dirty="0"/>
              <a:t>VPC PEERING </a:t>
            </a:r>
            <a:r>
              <a:rPr lang="ko-KR" altLang="en-US" dirty="0"/>
              <a:t>된 결과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86576-E724-EF3C-D442-599860F56B49}"/>
              </a:ext>
            </a:extLst>
          </p:cNvPr>
          <p:cNvSpPr txBox="1"/>
          <p:nvPr/>
        </p:nvSpPr>
        <p:spPr>
          <a:xfrm>
            <a:off x="404946" y="5463578"/>
            <a:ext cx="86313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이동후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피어링항목</a:t>
            </a:r>
            <a:r>
              <a:rPr lang="ko-KR" altLang="en-US" sz="1200" dirty="0"/>
              <a:t> 및 기존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내용 확인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기존 </a:t>
            </a:r>
            <a:r>
              <a:rPr lang="en-US" altLang="ko-KR" sz="1200" dirty="0"/>
              <a:t>VPC-C </a:t>
            </a:r>
            <a:r>
              <a:rPr lang="en-US" altLang="ko-KR" sz="1200" dirty="0" err="1"/>
              <a:t>jh</a:t>
            </a:r>
            <a:r>
              <a:rPr lang="en-US" altLang="ko-KR" sz="1200" dirty="0"/>
              <a:t>&lt;-&gt; VPC-B target 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되어있던데로부터</a:t>
            </a:r>
            <a:r>
              <a:rPr lang="ko-KR" altLang="en-US" sz="1200" dirty="0"/>
              <a:t> </a:t>
            </a:r>
            <a:r>
              <a:rPr lang="en-US" altLang="ko-KR" sz="1200" dirty="0"/>
              <a:t>VPC-A </a:t>
            </a:r>
            <a:r>
              <a:rPr lang="en-US" altLang="ko-KR" sz="1200" dirty="0" err="1"/>
              <a:t>jh</a:t>
            </a:r>
            <a:r>
              <a:rPr lang="en-US" altLang="ko-KR" sz="1200" dirty="0"/>
              <a:t> &lt;-&gt; VPC-B target </a:t>
            </a:r>
            <a:r>
              <a:rPr lang="ko-KR" altLang="en-US" sz="1200" dirty="0"/>
              <a:t>로 정상 </a:t>
            </a:r>
            <a:r>
              <a:rPr lang="en-US" altLang="ko-KR" sz="1200" dirty="0"/>
              <a:t>peering </a:t>
            </a:r>
            <a:r>
              <a:rPr lang="ko-KR" altLang="en-US" sz="1200" dirty="0"/>
              <a:t>된 항목 조회</a:t>
            </a:r>
            <a:r>
              <a:rPr lang="en-US" altLang="ko-KR" sz="1200" dirty="0"/>
              <a:t>) </a:t>
            </a:r>
          </a:p>
          <a:p>
            <a:r>
              <a:rPr lang="ko-KR" altLang="en-US" sz="1200" dirty="0"/>
              <a:t>완료 버튼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기존 </a:t>
            </a:r>
            <a:r>
              <a:rPr lang="en-US" altLang="ko-KR" sz="1200" dirty="0" err="1"/>
              <a:t>jh</a:t>
            </a:r>
            <a:r>
              <a:rPr lang="ko-KR" altLang="en-US" sz="1200" dirty="0"/>
              <a:t>와 연결된 </a:t>
            </a:r>
            <a:r>
              <a:rPr lang="en-US" altLang="ko-KR" sz="1200" dirty="0"/>
              <a:t>VPC PEERIGN/</a:t>
            </a:r>
            <a:r>
              <a:rPr lang="ko-KR" altLang="en-US" sz="1200" dirty="0"/>
              <a:t>라우팅 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삭제 및 완료처리</a:t>
            </a:r>
            <a:endParaRPr lang="en-US" altLang="ko-KR" sz="1200" dirty="0"/>
          </a:p>
          <a:p>
            <a:r>
              <a:rPr lang="ko-KR" altLang="en-US" sz="1200" dirty="0"/>
              <a:t>뭔가 제대로 잘 </a:t>
            </a:r>
            <a:r>
              <a:rPr lang="ko-KR" altLang="en-US" sz="1200" dirty="0" err="1"/>
              <a:t>작동되지않을시</a:t>
            </a:r>
            <a:r>
              <a:rPr lang="ko-KR" altLang="en-US" sz="1200" dirty="0"/>
              <a:t> 롤백 버튼 클릭하여 롤백처리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신규로 </a:t>
            </a:r>
            <a:r>
              <a:rPr lang="ko-KR" altLang="en-US" sz="1200" dirty="0" err="1"/>
              <a:t>피어링</a:t>
            </a:r>
            <a:r>
              <a:rPr lang="ko-KR" altLang="en-US" sz="1200" dirty="0"/>
              <a:t> 처리된 </a:t>
            </a:r>
            <a:r>
              <a:rPr lang="en-US" altLang="ko-KR" sz="1200" dirty="0" err="1"/>
              <a:t>jh</a:t>
            </a:r>
            <a:r>
              <a:rPr lang="ko-KR" altLang="en-US" sz="1200" dirty="0"/>
              <a:t>와 연결된 </a:t>
            </a:r>
            <a:r>
              <a:rPr lang="en-US" altLang="ko-KR" sz="1200" dirty="0"/>
              <a:t>VPC PEERIGN/</a:t>
            </a:r>
            <a:r>
              <a:rPr lang="ko-KR" altLang="en-US" sz="1200" dirty="0"/>
              <a:t>라우팅 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삭제 및 기존 </a:t>
            </a:r>
            <a:r>
              <a:rPr lang="en-US" altLang="ko-KR" sz="1200" dirty="0"/>
              <a:t>DB</a:t>
            </a:r>
            <a:r>
              <a:rPr lang="ko-KR" altLang="en-US" sz="1200" dirty="0"/>
              <a:t>내용 으로 복원처리 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67F952-4DBC-C42A-25E1-90BC5E4F6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1" y="695904"/>
            <a:ext cx="9557962" cy="45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4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83E0-96D9-9FEA-189F-1832CF2B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D2F835-7D48-E1DD-061A-CBA6561867CA}"/>
              </a:ext>
            </a:extLst>
          </p:cNvPr>
          <p:cNvSpPr txBox="1"/>
          <p:nvPr/>
        </p:nvSpPr>
        <p:spPr>
          <a:xfrm>
            <a:off x="404946" y="5463578"/>
            <a:ext cx="9498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Jumphost</a:t>
            </a:r>
            <a:r>
              <a:rPr lang="en-US" altLang="ko-KR" sz="1200" dirty="0"/>
              <a:t> </a:t>
            </a:r>
            <a:r>
              <a:rPr lang="ko-KR" altLang="en-US" sz="1200" dirty="0"/>
              <a:t>이전기록 조회 </a:t>
            </a:r>
            <a:r>
              <a:rPr lang="en-US" altLang="ko-KR" sz="1200" dirty="0"/>
              <a:t>(</a:t>
            </a:r>
            <a:r>
              <a:rPr lang="ko-KR" altLang="en-US" sz="1200" dirty="0"/>
              <a:t>진행중 </a:t>
            </a:r>
            <a:r>
              <a:rPr lang="ko-KR" altLang="en-US" sz="1200" dirty="0" err="1"/>
              <a:t>완료처리하지않고</a:t>
            </a:r>
            <a:r>
              <a:rPr lang="ko-KR" altLang="en-US" sz="1200" dirty="0"/>
              <a:t> 신규 </a:t>
            </a:r>
            <a:r>
              <a:rPr lang="en-US" altLang="ko-KR" sz="1200" dirty="0"/>
              <a:t>JUMPHOST</a:t>
            </a:r>
            <a:r>
              <a:rPr lang="ko-KR" altLang="en-US" sz="1200" dirty="0"/>
              <a:t>와 연결만한상태 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롤백됨</a:t>
            </a:r>
            <a:r>
              <a:rPr lang="ko-KR" altLang="en-US" sz="1200" dirty="0"/>
              <a:t> 은 </a:t>
            </a:r>
            <a:r>
              <a:rPr lang="ko-KR" altLang="en-US" sz="1200" dirty="0" err="1"/>
              <a:t>문제가있어</a:t>
            </a:r>
            <a:r>
              <a:rPr lang="ko-KR" altLang="en-US" sz="1200" dirty="0"/>
              <a:t> 롤백처리한 항목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아직 진행중인 항목은 실제 타겟이 신규 </a:t>
            </a:r>
            <a:r>
              <a:rPr lang="en-US" altLang="ko-KR" sz="1200" dirty="0" err="1"/>
              <a:t>Jumphost</a:t>
            </a:r>
            <a:r>
              <a:rPr lang="en-US" altLang="ko-KR" sz="1200" dirty="0"/>
              <a:t> VPC</a:t>
            </a:r>
            <a:r>
              <a:rPr lang="ko-KR" altLang="en-US" sz="1200" dirty="0"/>
              <a:t>와 </a:t>
            </a:r>
            <a:r>
              <a:rPr lang="ko-KR" altLang="en-US" sz="1200" dirty="0" err="1"/>
              <a:t>연결후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정상작동여부</a:t>
            </a:r>
            <a:r>
              <a:rPr lang="ko-KR" altLang="en-US" sz="1200" dirty="0"/>
              <a:t> 확인후 </a:t>
            </a:r>
            <a:r>
              <a:rPr lang="ko-KR" altLang="en-US" sz="1200" dirty="0" err="1"/>
              <a:t>정상일경우</a:t>
            </a:r>
            <a:r>
              <a:rPr lang="ko-KR" altLang="en-US" sz="1200" dirty="0"/>
              <a:t> 완료 버튼을 클릭하여 완료처리</a:t>
            </a:r>
            <a:endParaRPr lang="en-US" altLang="ko-KR" sz="1200" dirty="0"/>
          </a:p>
          <a:p>
            <a:r>
              <a:rPr lang="ko-KR" altLang="en-US" sz="1200" dirty="0"/>
              <a:t>완료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이전 </a:t>
            </a:r>
            <a:r>
              <a:rPr lang="en-US" altLang="ko-KR" sz="1200" dirty="0"/>
              <a:t>VPC PEERING/</a:t>
            </a:r>
            <a:r>
              <a:rPr lang="ko-KR" altLang="en-US" sz="1200" dirty="0"/>
              <a:t>라우팅 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삭제</a:t>
            </a:r>
            <a:endParaRPr lang="en-US" altLang="ko-KR" sz="1200" dirty="0"/>
          </a:p>
          <a:p>
            <a:r>
              <a:rPr lang="ko-KR" altLang="en-US" sz="1200" dirty="0"/>
              <a:t>롤백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문제가있을시</a:t>
            </a:r>
            <a:r>
              <a:rPr lang="ko-KR" altLang="en-US" sz="1200" dirty="0"/>
              <a:t> 신규 </a:t>
            </a:r>
            <a:r>
              <a:rPr lang="en-US" altLang="ko-KR" sz="1200" dirty="0"/>
              <a:t>VPC PEERING/</a:t>
            </a:r>
            <a:r>
              <a:rPr lang="ko-KR" altLang="en-US" sz="1200" dirty="0"/>
              <a:t>라우팅 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삭제</a:t>
            </a:r>
            <a:endParaRPr lang="en-US" altLang="ko-KR" sz="1200" dirty="0"/>
          </a:p>
          <a:p>
            <a:r>
              <a:rPr lang="ko-KR" altLang="en-US" sz="1200" dirty="0"/>
              <a:t>상세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이전 </a:t>
            </a:r>
            <a:r>
              <a:rPr lang="ko-KR" altLang="en-US" sz="1200" dirty="0" err="1"/>
              <a:t>상세팝업</a:t>
            </a:r>
            <a:r>
              <a:rPr lang="ko-KR" altLang="en-US" sz="1200" dirty="0"/>
              <a:t> 조회가능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742CBE-38F5-4DB6-8045-65D6FDB6F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37" y="695904"/>
            <a:ext cx="9260164" cy="4729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BAEA7F-8D0B-68E0-F966-4D6397E7E95E}"/>
              </a:ext>
            </a:extLst>
          </p:cNvPr>
          <p:cNvSpPr txBox="1"/>
          <p:nvPr/>
        </p:nvSpPr>
        <p:spPr>
          <a:xfrm>
            <a:off x="404949" y="176725"/>
            <a:ext cx="459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결과 조회</a:t>
            </a:r>
          </a:p>
        </p:txBody>
      </p:sp>
    </p:spTree>
    <p:extLst>
      <p:ext uri="{BB962C8B-B14F-4D97-AF65-F5344CB8AC3E}">
        <p14:creationId xmlns:p14="http://schemas.microsoft.com/office/powerpoint/2010/main" val="348397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4D0A-B039-0A4F-86D1-167850F4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5BDF94-7DD1-55E9-F1BC-E0598E4DC57B}"/>
              </a:ext>
            </a:extLst>
          </p:cNvPr>
          <p:cNvSpPr txBox="1"/>
          <p:nvPr/>
        </p:nvSpPr>
        <p:spPr>
          <a:xfrm>
            <a:off x="404949" y="5211098"/>
            <a:ext cx="5572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Jumphost</a:t>
            </a:r>
            <a:r>
              <a:rPr lang="en-US" altLang="ko-KR" sz="1200" dirty="0"/>
              <a:t> </a:t>
            </a:r>
            <a:r>
              <a:rPr lang="ko-KR" altLang="en-US" sz="1200" dirty="0"/>
              <a:t>이전 상세내역 조회</a:t>
            </a:r>
            <a:r>
              <a:rPr lang="en-US" altLang="ko-KR" sz="1200" dirty="0"/>
              <a:t> </a:t>
            </a:r>
            <a:br>
              <a:rPr lang="en-US" altLang="ko-KR" sz="1200" dirty="0"/>
            </a:br>
            <a:r>
              <a:rPr lang="ko-KR" altLang="en-US" sz="1200" dirty="0"/>
              <a:t>요약 </a:t>
            </a:r>
            <a:r>
              <a:rPr lang="ko-KR" altLang="en-US" sz="1200" dirty="0" err="1"/>
              <a:t>항목을시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라우팅테이블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</a:t>
            </a:r>
            <a:r>
              <a:rPr lang="en-US" altLang="ko-KR" sz="1200" dirty="0"/>
              <a:t>AS-IS,TO-BE </a:t>
            </a:r>
            <a:r>
              <a:rPr lang="ko-KR" altLang="en-US" sz="1200" dirty="0"/>
              <a:t>내용 확인 가능 </a:t>
            </a:r>
            <a:endParaRPr lang="en-US" altLang="ko-KR" sz="1200" dirty="0"/>
          </a:p>
          <a:p>
            <a:r>
              <a:rPr lang="en-US" altLang="ko-KR" sz="1200" dirty="0"/>
              <a:t>JSON: </a:t>
            </a:r>
            <a:r>
              <a:rPr lang="ko-KR" altLang="en-US" sz="1200" dirty="0" err="1"/>
              <a:t>항목을시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라우팅테이블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</a:t>
            </a:r>
            <a:r>
              <a:rPr lang="en-US" altLang="ko-KR" sz="1200" dirty="0"/>
              <a:t>AS-IS,TO-BE </a:t>
            </a:r>
            <a:r>
              <a:rPr lang="ko-KR" altLang="en-US" sz="1200" dirty="0"/>
              <a:t>내용을 </a:t>
            </a:r>
            <a:r>
              <a:rPr lang="en-US" altLang="ko-KR" sz="1200" dirty="0"/>
              <a:t>JSON</a:t>
            </a:r>
            <a:r>
              <a:rPr lang="ko-KR" altLang="en-US" sz="1200" dirty="0"/>
              <a:t>형태로 확인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04EF1-3FE4-6587-D011-CBB3B2664C2E}"/>
              </a:ext>
            </a:extLst>
          </p:cNvPr>
          <p:cNvSpPr txBox="1"/>
          <p:nvPr/>
        </p:nvSpPr>
        <p:spPr>
          <a:xfrm>
            <a:off x="404949" y="176725"/>
            <a:ext cx="459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결과 상세 조회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860025-8452-FA49-8404-9C76F63B6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34" y="546056"/>
            <a:ext cx="5446669" cy="42324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F2A636-CCCB-F066-5C4B-B042A4BFD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099" y="546056"/>
            <a:ext cx="5624715" cy="423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9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9291-A9E1-650B-8FC3-4A5E9033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BF209C-E705-962D-0BBC-CECECFB1FDC8}"/>
              </a:ext>
            </a:extLst>
          </p:cNvPr>
          <p:cNvSpPr txBox="1"/>
          <p:nvPr/>
        </p:nvSpPr>
        <p:spPr>
          <a:xfrm>
            <a:off x="434445" y="5801032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B08F0-B40F-F237-FFA3-D6B509FDFF4B}"/>
              </a:ext>
            </a:extLst>
          </p:cNvPr>
          <p:cNvSpPr txBox="1"/>
          <p:nvPr/>
        </p:nvSpPr>
        <p:spPr>
          <a:xfrm>
            <a:off x="404949" y="176725"/>
            <a:ext cx="86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AWS </a:t>
            </a:r>
            <a:r>
              <a:rPr lang="ko-KR" altLang="en-US" dirty="0"/>
              <a:t>콘솔상 </a:t>
            </a:r>
            <a:r>
              <a:rPr lang="ko-KR" altLang="en-US" dirty="0" err="1"/>
              <a:t>피어링</a:t>
            </a:r>
            <a:r>
              <a:rPr lang="en-US" altLang="ko-KR" dirty="0"/>
              <a:t>/</a:t>
            </a:r>
            <a:r>
              <a:rPr lang="ko-KR" altLang="en-US" dirty="0" err="1"/>
              <a:t>라우팅테이블</a:t>
            </a:r>
            <a:r>
              <a:rPr lang="en-US" altLang="ko-KR" dirty="0"/>
              <a:t>/</a:t>
            </a:r>
            <a:r>
              <a:rPr lang="ko-KR" altLang="en-US" dirty="0"/>
              <a:t>보안그룹 확인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E8CE92-F7A4-A462-681E-BC1B84D28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55" y="2064603"/>
            <a:ext cx="5338842" cy="36640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04C601-D7DE-06AE-5CFE-E0061E206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885" y="2064603"/>
            <a:ext cx="5916907" cy="36640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23E573-1B6A-8E2C-3DE3-83B6E1C4A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44" y="587947"/>
            <a:ext cx="11460347" cy="143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7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ACD6-ACAD-19B1-3AAA-64E39FC1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94D6A9-C651-2EFD-124E-3D7897AE7C04}"/>
              </a:ext>
            </a:extLst>
          </p:cNvPr>
          <p:cNvSpPr txBox="1"/>
          <p:nvPr/>
        </p:nvSpPr>
        <p:spPr>
          <a:xfrm>
            <a:off x="434445" y="5801032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50CF9-69E0-52A9-A328-5DEDC933022F}"/>
              </a:ext>
            </a:extLst>
          </p:cNvPr>
          <p:cNvSpPr txBox="1"/>
          <p:nvPr/>
        </p:nvSpPr>
        <p:spPr>
          <a:xfrm>
            <a:off x="404949" y="176725"/>
            <a:ext cx="86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AWS </a:t>
            </a:r>
            <a:r>
              <a:rPr lang="ko-KR" altLang="en-US" dirty="0"/>
              <a:t>콘솔상 </a:t>
            </a:r>
            <a:r>
              <a:rPr lang="ko-KR" altLang="en-US" dirty="0" err="1"/>
              <a:t>피어링</a:t>
            </a:r>
            <a:r>
              <a:rPr lang="en-US" altLang="ko-KR" dirty="0"/>
              <a:t>/</a:t>
            </a:r>
            <a:r>
              <a:rPr lang="ko-KR" altLang="en-US" dirty="0" err="1"/>
              <a:t>라우팅테이블</a:t>
            </a:r>
            <a:r>
              <a:rPr lang="en-US" altLang="ko-KR" dirty="0"/>
              <a:t>/</a:t>
            </a:r>
            <a:r>
              <a:rPr lang="ko-KR" altLang="en-US" dirty="0"/>
              <a:t>보안그룹 확인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C5837D-C141-5CDC-6E12-AB8E1840F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5" y="569062"/>
            <a:ext cx="8917858" cy="32057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833878-3DAB-246B-3378-389496999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29" y="3891929"/>
            <a:ext cx="10813658" cy="19091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C65D71-E44B-CBCA-26B2-5DAF2A885D3E}"/>
              </a:ext>
            </a:extLst>
          </p:cNvPr>
          <p:cNvSpPr txBox="1"/>
          <p:nvPr/>
        </p:nvSpPr>
        <p:spPr>
          <a:xfrm>
            <a:off x="434445" y="5918173"/>
            <a:ext cx="10817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VPC PEERING/</a:t>
            </a:r>
            <a:r>
              <a:rPr lang="ko-KR" altLang="en-US" sz="1200" dirty="0" err="1"/>
              <a:t>라우팅테이블</a:t>
            </a:r>
            <a:r>
              <a:rPr lang="en-US" altLang="ko-KR" sz="1200" dirty="0"/>
              <a:t>/</a:t>
            </a:r>
            <a:r>
              <a:rPr lang="ko-KR" altLang="en-US" sz="1200" dirty="0"/>
              <a:t>보안그룹 모두 정상으로 기존 </a:t>
            </a:r>
            <a:r>
              <a:rPr lang="en-US" altLang="ko-KR" sz="1200" dirty="0"/>
              <a:t>10.3.0.0/16 </a:t>
            </a:r>
            <a:r>
              <a:rPr lang="ko-KR" altLang="en-US" sz="1200" dirty="0"/>
              <a:t>에서</a:t>
            </a:r>
            <a:r>
              <a:rPr lang="en-US" altLang="ko-KR" sz="1200" dirty="0"/>
              <a:t> 10.1.0.0/16 </a:t>
            </a:r>
            <a:r>
              <a:rPr lang="ko-KR" altLang="en-US" sz="1200" dirty="0"/>
              <a:t>로 변경되고 기존 항목은 모두 깔끔하게 </a:t>
            </a:r>
            <a:r>
              <a:rPr lang="ko-KR" altLang="en-US" sz="1200" dirty="0" err="1"/>
              <a:t>삭제된내역</a:t>
            </a:r>
            <a:r>
              <a:rPr lang="ko-KR" altLang="en-US" sz="1200" dirty="0"/>
              <a:t> 확인 </a:t>
            </a:r>
            <a:r>
              <a:rPr lang="ko-KR" altLang="en-US" sz="1200" dirty="0" err="1"/>
              <a:t>할수있다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589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와이드스크린</PresentationFormat>
  <Paragraphs>44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JUMPHOST 이동 기능UI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이</dc:creator>
  <cp:lastModifiedBy>성 이</cp:lastModifiedBy>
  <cp:revision>62</cp:revision>
  <dcterms:created xsi:type="dcterms:W3CDTF">2026-05-25T02:00:14Z</dcterms:created>
  <dcterms:modified xsi:type="dcterms:W3CDTF">2026-05-25T05:37:02Z</dcterms:modified>
</cp:coreProperties>
</file>